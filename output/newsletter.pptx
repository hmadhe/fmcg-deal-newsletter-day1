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9DAEE"/>
                </a:solidFill>
              </a:defRPr>
            </a:pPr>
            <a:r>
              <a:t>18 JUN 2026 – 18 JUL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FMCG Deal Intelligence Newsletter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9DAEE"/>
                </a:solidFill>
              </a:defRPr>
            </a:pPr>
            <a:r>
              <a:t>Generated 18 Jul 2026, 06:40  |  6 deals tracked this period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This week’s activity underscores a period of aggressive strategic maneuvering by global giants, particularly as Danone doubles down on the nutrition and dairy sectors through a flurry of international acquisitions across the Asia-Pacific region. While firms like L'Oreal are leveraging regional startups to capture emerging growth markets, the broader landscape remains cautious, as evidenced by regulatory scrutiny surrounding high-value deals and Coca-Cola’s decision to pull Costa Coffee from the block. Ultimately, these moves highlight a clear pivot toward portfolio consolidation in high-growth nutrition categories, even as valuation gaps continue to complicate exits for premium assets.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L'Oreal to acquire majority stake in Indian beauty startup Innovist - Reuters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L'Oreal → Innovist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Acquisition   |   Deal value: Undisclosed</a:t>
            </a:r>
          </a:p>
          <a:p>
            <a:pPr>
              <a:defRPr sz="1800"/>
            </a:pPr>
            <a:r>
              <a:t>L'Oreal has announced its intent to acquire a majority stake in the Indian beauty startup Innovist to expand its presence in the region.</a:t>
            </a:r>
          </a:p>
          <a:p>
            <a:pPr>
              <a:defRPr sz="1200" i="1"/>
            </a:pPr>
            <a:r>
              <a:t>Deal ID: D001  |  Sources: Reuters, Inc42, India Retailing, TradingView, Moneycontrol.com, LinkedIn  |  Corroboration: 6 independent sources  |  Confidence: High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Danone Buys Australian Dairy Producer Made in Protein Push - Bloomberg.com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Danone → Australian dairy producer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Acquisition   |   Deal value: Undisclosed</a:t>
            </a:r>
          </a:p>
          <a:p>
            <a:pPr>
              <a:defRPr sz="1800"/>
            </a:pPr>
            <a:r>
              <a:t>Danone has acquired an Australian dairy producer to bolster its protein product portfolio.</a:t>
            </a:r>
          </a:p>
          <a:p>
            <a:pPr>
              <a:defRPr sz="1200" i="1"/>
            </a:pPr>
            <a:r>
              <a:t>Deal ID: D002  |  Sources: Bloomberg.com  |  Corroboration: 1 independent source  |  Confidence: 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Competition Authority to Review Danone's €1bn Acquisition of Huel - Dairy News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Danone → Huel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Acquisition   |   Deal value: €1bn</a:t>
            </a:r>
          </a:p>
          <a:p>
            <a:pPr>
              <a:defRPr sz="1800"/>
            </a:pPr>
            <a:r>
              <a:t>The UK Competition and Markets Authority has launched a review into Danone's proposed €1 billion acquisition of nutrition brand Huel.</a:t>
            </a:r>
          </a:p>
          <a:p>
            <a:pPr>
              <a:defRPr sz="1200" i="1"/>
            </a:pPr>
            <a:r>
              <a:t>Deal ID: D003  |  Sources: Dairy News Today, Sharecast.com  |  Corroboration: 2 independent sources  |  Confidence: High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Danone Acquires Made Group in About A$2 Billion Asia Expansion D - GuruFocus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Danone → Made Group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Acquisition   |   Deal value: A$2 Billion</a:t>
            </a:r>
          </a:p>
          <a:p>
            <a:pPr>
              <a:defRPr sz="1800"/>
            </a:pPr>
            <a:r>
              <a:t>Danone has acquired the Australian-based Made Group for approximately A$2 billion to strengthen its footprint in the Asian market.</a:t>
            </a:r>
          </a:p>
          <a:p>
            <a:pPr>
              <a:defRPr sz="1200" i="1"/>
            </a:pPr>
            <a:r>
              <a:t>Deal ID: D004  |  Sources: GuruFocus  |  Corroboration: 1 independent source  |  Confidence: Medium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Danone Seals 2 APAC Deals, Buys 49% Stake to Boost Nutrition - Asia Business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Danone → Not specified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Investment   |   Deal value: Undisclosed</a:t>
            </a:r>
          </a:p>
          <a:p>
            <a:pPr>
              <a:defRPr sz="1800"/>
            </a:pPr>
            <a:r>
              <a:t>Danone has expanded its footprint in the Asia-Pacific nutrition market by securing two strategic deals, including the acquisition of a 49% stake in an undisclosed partner.</a:t>
            </a:r>
          </a:p>
          <a:p>
            <a:pPr>
              <a:defRPr sz="1200" i="1"/>
            </a:pPr>
            <a:r>
              <a:t>Deal ID: D005  |  Sources: Asia Business Outlook  |  Corroboration: 1 independent source  |  Confidence: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According to market sources, due to private equity firms' acquisition offers failing to meet the expected valuation of 2 billion dollars, Coca-Cola has officially shelved the plan to sell Costa Coffee. - Bitget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/>
            </a:pPr>
            <a:r>
              <a:t>Not specified → Costa Coffee</a:t>
            </a:r>
          </a:p>
          <a:p>
            <a:pPr>
              <a:defRPr sz="1600">
                <a:solidFill>
                  <a:srgbClr val="1F4E79"/>
                </a:solidFill>
              </a:defRPr>
            </a:pPr>
            <a:r>
              <a:t>Not A Deal   |   Deal value: 2 billion dollars</a:t>
            </a:r>
          </a:p>
          <a:p>
            <a:pPr>
              <a:defRPr sz="1800"/>
            </a:pPr>
            <a:r>
              <a:t>Coca-Cola has officially halted the potential sale of its coffee subsidiary, Costa Coffee, after failing to secure offers matching its 2 billion dollar valuation.</a:t>
            </a:r>
          </a:p>
          <a:p>
            <a:pPr>
              <a:defRPr sz="1200" i="1"/>
            </a:pPr>
            <a:r>
              <a:t>Deal ID: D006  |  Sources: Bitget  |  Corroboration: 1 independent source  |  Confidence: Medium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