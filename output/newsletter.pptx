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FMCG Deal Intelligence Newsletter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07 Jul 2026 – 17 Jul 2026   |   Generated 17 Jul 2026, 07:16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The global nutrition sector faces heightened regulatory scrutiny this week as the UK Competition and Markets Authority initiates a formal review of Danone's ambitious €1 billion acquisition of Huel. This high-profile move signals a trend toward consolidation among major FMCG incumbents looking to secure dominant positions in the functional food space. As competition regulators prepare for a deeper investigation into the deal, the industry remains focused on whether such strategic investments will face significant hurdles or pave the way for further category expansion.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UK Competition Authority to Review Danone's €1bn Acquisition of Huel - Dairy News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Danone → Huel</a:t>
            </a:r>
          </a:p>
          <a:p>
            <a:pPr>
              <a:defRPr sz="1600">
                <a:solidFill>
                  <a:srgbClr val="1F4E79"/>
                </a:solidFill>
              </a:defRPr>
            </a:pPr>
            <a:r>
              <a:t>Acquisition   |   Deal value: €1bn</a:t>
            </a:r>
          </a:p>
          <a:p>
            <a:pPr>
              <a:defRPr sz="1800"/>
            </a:pPr>
            <a:r>
              <a:t>The UK Competition and Markets Authority has launched a review into Danone's proposed €1 billion acquisition of nutrition brand Huel.</a:t>
            </a:r>
          </a:p>
          <a:p>
            <a:pPr>
              <a:defRPr sz="1200" i="1"/>
            </a:pPr>
            <a:r>
              <a:t>Source: Dairy News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Competition watchdog to probe Danone's €1bn takeover of Huel - Sharecast.com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Danone → Huel</a:t>
            </a:r>
          </a:p>
          <a:p>
            <a:pPr>
              <a:defRPr sz="1600">
                <a:solidFill>
                  <a:srgbClr val="1F4E79"/>
                </a:solidFill>
              </a:defRPr>
            </a:pPr>
            <a:r>
              <a:t>Acquisition   |   Deal value: €1bn</a:t>
            </a:r>
          </a:p>
          <a:p>
            <a:pPr>
              <a:defRPr sz="1800"/>
            </a:pPr>
            <a:r>
              <a:t>Competition regulators are set to investigate Danone's proposed €1 billion acquisition of nutrition brand Huel.</a:t>
            </a:r>
          </a:p>
          <a:p>
            <a:pPr>
              <a:defRPr sz="1200" i="1"/>
            </a:pPr>
            <a:r>
              <a:t>Source: Sharecast.com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